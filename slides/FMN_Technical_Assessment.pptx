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&amp; Manufacturing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Monitoring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429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FMN AI Engineer Internship — Technical Assessment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Lawal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working apps · flagged risk explained by an LLM, grounded in real numbers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2011680"/>
            <a:ext cx="822960" cy="822960"/>
          </a:xfrm>
          <a:prstGeom prst="ellipse">
            <a:avLst/>
          </a:prstGeom>
          <a:solidFill>
            <a:srgbClr val="2A304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96696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</a:rPr>
              <a:t>📦</a:t>
            </a:r>
            <a:endParaRPr lang="en-US" sz="2520" dirty="0"/>
          </a:p>
        </p:txBody>
      </p:sp>
      <p:sp>
        <p:nvSpPr>
          <p:cNvPr id="9" name="Shape 7"/>
          <p:cNvSpPr/>
          <p:nvPr/>
        </p:nvSpPr>
        <p:spPr>
          <a:xfrm>
            <a:off x="10881360" y="2011680"/>
            <a:ext cx="822960" cy="822960"/>
          </a:xfrm>
          <a:prstGeom prst="ellipse">
            <a:avLst/>
          </a:prstGeom>
          <a:solidFill>
            <a:srgbClr val="2A304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88136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20" dirty="0">
                <a:solidFill>
                  <a:srgbClr val="000000"/>
                </a:solidFill>
              </a:rPr>
              <a:t>⚙️</a:t>
            </a:r>
            <a:endParaRPr lang="en-US" sz="25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sponsors, one shared gap: no early warning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problems are the same shape: data exists, but nobody turns it into a forward-looking, explained flag.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640080" cy="640080"/>
          </a:xfrm>
          <a:prstGeom prst="ellipse">
            <a:avLst/>
          </a:prstGeom>
          <a:solidFill>
            <a:srgbClr val="FCEBD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000000"/>
                </a:solidFill>
              </a:rPr>
              <a:t>📦</a:t>
            </a:r>
            <a:endParaRPr lang="en-US" sz="196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1214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803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keep getting caught off guard — some SKUs run out and delay production, others sit overstocked and tie up working capital.”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5720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</a:t>
            </a:r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self-serve tool showing upcoming demand per SKU, flagged in plain language before it becomes a problem.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7F8F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057400"/>
            <a:ext cx="640080" cy="640080"/>
          </a:xfrm>
          <a:prstGeom prst="ellipse">
            <a:avLst/>
          </a:prstGeom>
          <a:solidFill>
            <a:srgbClr val="DCE8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2940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000000"/>
                </a:solidFill>
              </a:rPr>
              <a:t>⚙️</a:t>
            </a:r>
            <a:endParaRPr lang="en-US" sz="196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1214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8803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“Machines go down without warning and it costs us hours of production. I want to know ahead of time which machines are at risk, and why.”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45720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</a:t>
            </a:r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the plant team can open to see machines at risk, drill into why, and track how that risk is trending.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Chain: forecast demand, flag before it's too late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2070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63624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all 136 missing values using the exact inventory identity — not a blind fill.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054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62072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Per-SKU EWMA, span=60 — backtesting showed demand here is close to stationary, so a longer memory window won.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83133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8039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6052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point = demand over lead time + a volatility-sized safety buffer. Two severity tiers: CRITICAL vs AT_RISK, plus OVERSTOCK.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12978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5129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1023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458968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new SKUs (12 days old) fall back to category averages, always shown with a “limited history” flag.</a:t>
            </a:r>
            <a:endParaRPr lang="en-US" sz="1200" dirty="0"/>
          </a:p>
        </p:txBody>
      </p:sp>
      <p:pic>
        <p:nvPicPr>
          <p:cNvPr id="19" name="Image 0" descr="/home/claude/fmn-assessment/slide_img_p1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234440"/>
            <a:ext cx="5532120" cy="4169664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20" name="Text 17"/>
          <p:cNvSpPr txBox="1"/>
          <p:nvPr/>
        </p:nvSpPr>
        <p:spPr>
          <a:xfrm>
            <a:off x="6172200" y="548640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13 CRITICAL · 2 AT_RISK · 3 OVERSTOCK · 10 OK, computed on the real dataset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Manufacturing: catch the drift before the failure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420624" cy="420624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88" dirty="0">
                <a:solidFill>
                  <a:srgbClr val="000000"/>
                </a:solidFill>
              </a:rPr>
              <a:t>1</a:t>
            </a:r>
            <a:endParaRPr lang="en-US" sz="1288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161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81328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20 duplicate rows found in EDA; interpolated sensor dropouts per-machine, not globally.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420624" cy="420624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2402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88" dirty="0">
                <a:solidFill>
                  <a:srgbClr val="000000"/>
                </a:solidFill>
              </a:rPr>
              <a:t>2</a:t>
            </a:r>
            <a:endParaRPr lang="en-US" sz="1288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212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32888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24h/72h rolling stats, plus each machine's own baseline z-score — generalizes across very different normal ranges.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420624" cy="420624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2918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88" dirty="0">
                <a:solidFill>
                  <a:srgbClr val="000000"/>
                </a:solidFill>
              </a:rPr>
              <a:t>3</a:t>
            </a:r>
            <a:endParaRPr lang="en-US" sz="1288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264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584448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“Failure in next 24h” turns 17 raw events into ~408 learnable positive hours.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420624" cy="420624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3434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88" dirty="0">
                <a:solidFill>
                  <a:srgbClr val="000000"/>
                </a:solidFill>
              </a:rPr>
              <a:t>4</a:t>
            </a:r>
            <a:endParaRPr lang="en-US" sz="1288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315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636008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RandomForest, class-weight balanced. Evaluated on a true future holdout (train pre-April, test on April).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394960"/>
            <a:ext cx="420624" cy="420624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394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88" dirty="0">
                <a:solidFill>
                  <a:srgbClr val="000000"/>
                </a:solidFill>
              </a:rPr>
              <a:t>5</a:t>
            </a:r>
            <a:endParaRPr lang="en-US" sz="1288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367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687568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new machines (72h old) compared against established machines' own first 72h — not steady-state.</a:t>
            </a:r>
            <a:endParaRPr lang="en-US" sz="1150" dirty="0"/>
          </a:p>
        </p:txBody>
      </p:sp>
      <p:pic>
        <p:nvPicPr>
          <p:cNvPr id="23" name="Image 0" descr="/home/claude/fmn-assessment/slide_img_p2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234440"/>
            <a:ext cx="5532120" cy="4169664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24" name="Text 21"/>
          <p:cNvSpPr txBox="1"/>
          <p:nvPr/>
        </p:nvSpPr>
        <p:spPr>
          <a:xfrm>
            <a:off x="6172200" y="548640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fleet currently healthy (0 HIGH_RISK, 0 WATCH) — an honest true-negative result, not a demo artifact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against real held-out data, not assumed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— WAPE, backtested on 30 held-out days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span=60 (ours)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391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Naive: 7-day average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20391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780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Naive: yesterday's value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247802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46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— time-based holdout (trained pre-April, tested on April)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3657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3657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rule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3977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3977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4389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0.656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4389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0.911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800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0" y="4800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4800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5321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catches 91% of failures but 72% of its alerts are false. Our model roughly doubles precision.</a:t>
            </a:r>
            <a:endParaRPr lang="en-US" sz="1150" dirty="0"/>
          </a:p>
        </p:txBody>
      </p:sp>
      <p:pic>
        <p:nvPicPr>
          <p:cNvPr id="24" name="Image 0" descr="/home/claude/fmn-assessment/slide_img_p2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188720"/>
            <a:ext cx="5532120" cy="296265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25" name="Text 22"/>
          <p:cNvSpPr txBox="1"/>
          <p:nvPr/>
        </p:nvSpPr>
        <p:spPr>
          <a:xfrm>
            <a:off x="6172200" y="4297680"/>
            <a:ext cx="5532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MCH-206, retrospectively scored: 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risk climbs from ~2% to 90%+ roughly 24-36 hours before both of its real historical failures — the sponsor's exact ask.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172200" y="5440680"/>
            <a:ext cx="5532120" cy="777240"/>
          </a:xfrm>
          <a:prstGeom prst="roundRect">
            <a:avLst>
              <a:gd name="adj" fmla="val 7059"/>
            </a:avLst>
          </a:prstGeom>
          <a:solidFill>
            <a:srgbClr val="FBF3E7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355080" y="5504688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17 raw failure events fleet-wide is a small base for a classifier — read these numbers as directional, not production-tight.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flag is explained by an LLM call, grounded in real numbers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F3E7C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000000"/>
                </a:solidFill>
              </a:rPr>
              <a:t>💬</a:t>
            </a:r>
            <a:endParaRPr lang="en-US" sz="154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533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templates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“Explain this flag” sends that SKU/machine's actual computed numbers (forecast, thresholds, z-scores, top model features) to Claude at runtime.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F3E7C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000000"/>
                </a:solidFill>
              </a:rPr>
              <a:t>🔍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7706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Q&amp;A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546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free-text question box passes the entire current snapshot (28 SKU rows / 17 machine rows) into the prompt as JSON — the model answers only from what's there.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F3E7C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000000"/>
                </a:solidFill>
              </a:rPr>
              <a:t>⚖️</a:t>
            </a:r>
            <a:endParaRPr lang="en-US" sz="154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879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RAG?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5720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28 SKUs / 17 machines, passing the full table is simpler, cheaper, and strictly more accurate than approximate retrieval. It does not scale to a fleet-wide rollout — see Limitations.</a:t>
            </a:r>
            <a:endParaRPr lang="en-US" sz="1200" dirty="0"/>
          </a:p>
        </p:txBody>
      </p:sp>
      <p:pic>
        <p:nvPicPr>
          <p:cNvPr id="15" name="Image 0" descr="/home/claude/fmn-assessment/slide_img_p1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188720"/>
            <a:ext cx="5532120" cy="4325112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16" name="Text 13"/>
          <p:cNvSpPr txBox="1"/>
          <p:nvPr/>
        </p:nvSpPr>
        <p:spPr>
          <a:xfrm>
            <a:off x="6172200" y="557784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Drill-down, “Explain this flag,” and the grounded Q&amp;A box, as built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72184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88720" y="128016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failure count — </a:t>
            </a:r>
            <a:pPr indent="0" marL="0">
              <a:buNone/>
            </a:pPr>
            <a:r>
              <a:rPr lang="en-US" sz="1350" dirty="0">
                <a:solidFill>
                  <a:srgbClr val="C3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events is thin for a classifier — survival analysis would use limited data more efficiently as more history accrues.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404872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21284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open-PO visibility — </a:t>
            </a:r>
            <a:pPr indent="0" marL="0">
              <a:buNone/>
            </a:pPr>
            <a:r>
              <a:rPr lang="en-US" sz="1350" dirty="0">
                <a:solidFill>
                  <a:srgbClr val="C3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supply chain flag assumes nothing is already in transit — feeding real PO data in would remove a source of false positives.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333756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3145536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won't scale as-is — </a:t>
            </a:r>
            <a:pPr indent="0" marL="0">
              <a:buNone/>
            </a:pPr>
            <a:r>
              <a:rPr lang="en-US" sz="1350" dirty="0">
                <a:solidFill>
                  <a:srgbClr val="C3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Full-table-in-prompt works at this size; a fleet-wide rollout needs real retrieval (SQL tool-use or pre-aggregation).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427024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4078224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is a starting point — </a:t>
            </a:r>
            <a:pPr indent="0" marL="0">
              <a:buNone/>
            </a:pPr>
            <a:r>
              <a:rPr lang="en-US" sz="1350" dirty="0">
                <a:solidFill>
                  <a:srgbClr val="C3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Category/fleet averages for new SKUs &amp; machines should hand off to their own history within weeks, not stay fixed.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5202936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5010912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push alerting yet — </a:t>
            </a:r>
            <a:pPr indent="0" marL="0">
              <a:buNone/>
            </a:pPr>
            <a:r>
              <a:rPr lang="en-US" sz="1350" dirty="0">
                <a:solidFill>
                  <a:srgbClr val="C3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tools are pull today; closing the sponsors' “caught off guard” loop needs a Slack/email digest for CRITICAL/HIGH_RISK items.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2026-09-09T13:34:00Z</dcterms:created>
  <dcterms:modified xsi:type="dcterms:W3CDTF">2026-09-09T13:34:00Z</dcterms:modified>
</cp:coreProperties>
</file>