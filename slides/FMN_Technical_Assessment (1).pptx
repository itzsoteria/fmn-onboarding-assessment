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 &amp; Manufacturing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060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Monitoring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3429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FMN AI Engineer Internship — Technical Assessment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Amblessed Uche-Okolisa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6263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working apps · flagged risk explained by an LLM, grounded in real numbers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966960" y="2011680"/>
            <a:ext cx="822960" cy="822960"/>
          </a:xfrm>
          <a:prstGeom prst="ellipse">
            <a:avLst/>
          </a:prstGeom>
          <a:solidFill>
            <a:srgbClr val="2A3040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996696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20" dirty="0">
                <a:solidFill>
                  <a:srgbClr val="000000"/>
                </a:solidFill>
              </a:rPr>
              <a:t>📦</a:t>
            </a:r>
            <a:endParaRPr lang="en-US" sz="2520" dirty="0"/>
          </a:p>
        </p:txBody>
      </p:sp>
      <p:sp>
        <p:nvSpPr>
          <p:cNvPr id="9" name="Shape 7"/>
          <p:cNvSpPr/>
          <p:nvPr/>
        </p:nvSpPr>
        <p:spPr>
          <a:xfrm>
            <a:off x="10881360" y="2011680"/>
            <a:ext cx="822960" cy="822960"/>
          </a:xfrm>
          <a:prstGeom prst="ellipse">
            <a:avLst/>
          </a:prstGeom>
          <a:solidFill>
            <a:srgbClr val="2A3040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1088136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20" dirty="0">
                <a:solidFill>
                  <a:srgbClr val="000000"/>
                </a:solidFill>
              </a:rPr>
              <a:t>⚙️</a:t>
            </a:r>
            <a:endParaRPr lang="en-US" sz="25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sponsors, one shared gap: no early warning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problems are the same shape: data exists, but nobody turns it into a forward-looking, explained flag.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0120" y="2057400"/>
            <a:ext cx="640080" cy="640080"/>
          </a:xfrm>
          <a:prstGeom prst="ellipse">
            <a:avLst/>
          </a:prstGeom>
          <a:solidFill>
            <a:srgbClr val="FCEBD5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60120" y="2057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60" dirty="0">
                <a:solidFill>
                  <a:srgbClr val="000000"/>
                </a:solidFill>
              </a:rPr>
              <a:t>📦</a:t>
            </a:r>
            <a:endParaRPr lang="en-US" sz="196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12140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88036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keep getting caught off guard — some SKUs run out and delay production, others sit overstocked and tie up working capital.”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457200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 </a:t>
            </a:r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self-serve tool showing upcoming demand per SKU, flagged in plain language before it becomes a problem.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09360" y="173736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629400" y="2057400"/>
            <a:ext cx="640080" cy="640080"/>
          </a:xfrm>
          <a:prstGeom prst="ellipse">
            <a:avLst/>
          </a:prstGeom>
          <a:solidFill>
            <a:srgbClr val="DCE8F7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629400" y="2057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60" dirty="0">
                <a:solidFill>
                  <a:srgbClr val="000000"/>
                </a:solidFill>
              </a:rPr>
              <a:t>⚙️</a:t>
            </a:r>
            <a:endParaRPr lang="en-US" sz="196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212140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Manufacturing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288036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“Machines go down without warning and it costs us hours of production. I want to know ahead of time which machines are at risk, and why.”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457200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 </a:t>
            </a:r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the plant team can open to see machines at risk, drill into why, and track how that risk is trending.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Chain: forecast demand, flag before it's too late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2070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63624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all 136 missing values using the exact inventory identity — not a blind fill.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532888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40080" y="2532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50545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862072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Per-SKU EWMA, span=60 — backtesting showed demand here is close to stationary, so a longer memory window won.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831336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40080" y="3831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80390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16052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point = demand over lead time + a volatility-sized safety buffer. Two severity tiers: CRITICAL vs AT_RISK, plus OVERSTOCK.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5129784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640080" y="51297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51023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5458968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new SKUs (12 days old) fall back to category averages, always shown with a “limited history” flag.</a:t>
            </a:r>
            <a:endParaRPr lang="en-US" sz="1200" dirty="0"/>
          </a:p>
        </p:txBody>
      </p:sp>
      <p:pic>
        <p:nvPicPr>
          <p:cNvPr id="19" name="Image 0" descr="/home/claude/fmn-assessment/slide_img_p1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234440"/>
            <a:ext cx="5532120" cy="4169664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20" name="Text 17"/>
          <p:cNvSpPr txBox="1"/>
          <p:nvPr/>
        </p:nvSpPr>
        <p:spPr>
          <a:xfrm>
            <a:off x="6172200" y="5486400"/>
            <a:ext cx="5532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app: 13 CRITICAL · 2 AT_RISK · 3 OVERSTOCK · 10 OK, computed on the real dataset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Manufacturing: catch the drift before the failure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420624" cy="420624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88" dirty="0">
                <a:solidFill>
                  <a:srgbClr val="000000"/>
                </a:solidFill>
              </a:rPr>
              <a:t>1</a:t>
            </a:r>
            <a:endParaRPr lang="en-US" sz="1288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1612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481328"/>
            <a:ext cx="4526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20 duplicate rows found in EDA; interpolated sensor dropouts per-machine, not globally.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420624" cy="420624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40080" y="22402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88" dirty="0">
                <a:solidFill>
                  <a:srgbClr val="000000"/>
                </a:solidFill>
              </a:rPr>
              <a:t>2</a:t>
            </a:r>
            <a:endParaRPr lang="en-US" sz="1288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2128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532888"/>
            <a:ext cx="4526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24h/72h rolling stats, plus each machine's own baseline z-score — generalizes across very different normal ranges.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420624" cy="420624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40080" y="32918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88" dirty="0">
                <a:solidFill>
                  <a:srgbClr val="000000"/>
                </a:solidFill>
              </a:rPr>
              <a:t>3</a:t>
            </a:r>
            <a:endParaRPr lang="en-US" sz="1288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2644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584448"/>
            <a:ext cx="4526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“Failure in next 24h” turns 17 raw events into ~408 learnable positive hours.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343400"/>
            <a:ext cx="420624" cy="420624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640080" y="43434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88" dirty="0">
                <a:solidFill>
                  <a:srgbClr val="000000"/>
                </a:solidFill>
              </a:rPr>
              <a:t>4</a:t>
            </a:r>
            <a:endParaRPr lang="en-US" sz="1288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3159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636008"/>
            <a:ext cx="4526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RandomForest, class-weight balanced. Evaluated on a true future holdout (train pre-April, test on April).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5394960"/>
            <a:ext cx="420624" cy="420624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40080" y="5394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88" dirty="0">
                <a:solidFill>
                  <a:srgbClr val="000000"/>
                </a:solidFill>
              </a:rPr>
              <a:t>5</a:t>
            </a:r>
            <a:endParaRPr lang="en-US" sz="1288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53675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5687568"/>
            <a:ext cx="4526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new machines (72h old) compared against established machines' own first 72h — not steady-state.</a:t>
            </a:r>
            <a:endParaRPr lang="en-US" sz="1150" dirty="0"/>
          </a:p>
        </p:txBody>
      </p:sp>
      <p:pic>
        <p:nvPicPr>
          <p:cNvPr id="23" name="Image 0" descr="/home/claude/fmn-assessment/slide_img_p2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234440"/>
            <a:ext cx="5532120" cy="4169664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24" name="Text 21"/>
          <p:cNvSpPr txBox="1"/>
          <p:nvPr/>
        </p:nvSpPr>
        <p:spPr>
          <a:xfrm>
            <a:off x="6172200" y="5486400"/>
            <a:ext cx="5532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app: fleet currently healthy (0 HIGH_RISK, 0 WATCH) — an honest true-negative result, not a demo artifact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Validated against real held-out data, not assumed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— WAPE, backtested on 30 held-out days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EWMA span=60 (ours)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931920" y="1600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0.204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3911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Naive: 7-day average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203911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7802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Naive: yesterday's value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247802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2461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— time-based holdout (trained pre-April, tested on April)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657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3657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model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3657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rule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977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3977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297680" y="3977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389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743200" y="43891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0.656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297680" y="43891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0.911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800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743200" y="48006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297680" y="48006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53212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catches 91% of failures but 72% of its alerts are false. Our model roughly doubles precision.</a:t>
            </a:r>
            <a:endParaRPr lang="en-US" sz="1150" dirty="0"/>
          </a:p>
        </p:txBody>
      </p:sp>
      <p:pic>
        <p:nvPicPr>
          <p:cNvPr id="24" name="Image 0" descr="/home/claude/fmn-assessment/slide_img_p2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188720"/>
            <a:ext cx="5532120" cy="2962656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25" name="Text 22"/>
          <p:cNvSpPr txBox="1"/>
          <p:nvPr/>
        </p:nvSpPr>
        <p:spPr>
          <a:xfrm>
            <a:off x="6172200" y="4297680"/>
            <a:ext cx="5532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MCH-206, retrospectively scored: </a:t>
            </a:r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risk climbs from ~2% to 90%+ roughly 24-36 hours before both of its real historical failures — the sponsor's exact ask.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172200" y="5440680"/>
            <a:ext cx="5532120" cy="777240"/>
          </a:xfrm>
          <a:prstGeom prst="roundRect">
            <a:avLst>
              <a:gd name="adj" fmla="val 7059"/>
            </a:avLst>
          </a:prstGeom>
          <a:solidFill>
            <a:srgbClr val="FBF3E7"/>
          </a:solidFill>
          <a:ln/>
        </p:spPr>
        <p:txBody>
          <a:bodyPr/>
          <a:p/>
        </p:txBody>
      </p:sp>
      <p:sp>
        <p:nvSpPr>
          <p:cNvPr id="27" name="Text 24"/>
          <p:cNvSpPr txBox="1"/>
          <p:nvPr/>
        </p:nvSpPr>
        <p:spPr>
          <a:xfrm>
            <a:off x="6355080" y="5504688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17 raw failure events fleet-wide is a small base for a classifier — read these numbers as directional, not production-tight.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flag is explained by an LLM call, grounded in real numbers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rgbClr val="F3E7CE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000000"/>
                </a:solidFill>
              </a:rPr>
              <a:t>💬</a:t>
            </a:r>
            <a:endParaRPr lang="en-US" sz="154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5331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templates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“Explain this flag” sends that SKU/machine's actual computed numbers (forecast, thresholds, z-scores, top model features) to Claude at runtime.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502920" cy="502920"/>
          </a:xfrm>
          <a:prstGeom prst="ellipse">
            <a:avLst/>
          </a:prstGeom>
          <a:solidFill>
            <a:srgbClr val="F3E7CE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40080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000000"/>
                </a:solidFill>
              </a:rPr>
              <a:t>🔍</a:t>
            </a:r>
            <a:endParaRPr lang="en-US" sz="154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77063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Q&amp;A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1546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free-text question box passes the entire current snapshot (28 SKU rows / 17 machine rows) into the prompt as JSON — the model answers only from what's there.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F3E7C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4008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000000"/>
                </a:solidFill>
              </a:rPr>
              <a:t>⚖️</a:t>
            </a:r>
            <a:endParaRPr lang="en-US" sz="154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18795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RAG?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5720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28 SKUs / 17 machines, passing the full table is simpler, cheaper, and strictly more accurate than approximate retrieval. It does not scale to a fleet-wide rollout — see Limitations.</a:t>
            </a:r>
            <a:endParaRPr lang="en-US" sz="1200" dirty="0"/>
          </a:p>
        </p:txBody>
      </p:sp>
      <p:pic>
        <p:nvPicPr>
          <p:cNvPr id="15" name="Image 0" descr="/home/claude/fmn-assessment/slide_img_p1_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188720"/>
            <a:ext cx="5532120" cy="4325112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16" name="Text 13"/>
          <p:cNvSpPr txBox="1"/>
          <p:nvPr/>
        </p:nvSpPr>
        <p:spPr>
          <a:xfrm>
            <a:off x="6172200" y="5577840"/>
            <a:ext cx="5532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Drill-down, “Explain this flag,” and the grounded Q&amp;A box, as built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72184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1188720" y="128016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failure count — </a:t>
            </a:r>
            <a:pPr indent="0" marL="0">
              <a:buNone/>
            </a:pPr>
            <a:r>
              <a:rPr lang="en-US" sz="1350" dirty="0">
                <a:solidFill>
                  <a:srgbClr val="C3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events is thin for a classifier — survival analysis would use limited data more efficiently as more history accrues.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404872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188720" y="2212848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open-PO visibility — </a:t>
            </a:r>
            <a:pPr indent="0" marL="0">
              <a:buNone/>
            </a:pPr>
            <a:r>
              <a:rPr lang="en-US" sz="1350" dirty="0">
                <a:solidFill>
                  <a:srgbClr val="C3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supply chain flag assumes nothing is already in transit — feeding real PO data in would remove a source of false positives.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3337560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1188720" y="3145536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won't scale as-is — </a:t>
            </a:r>
            <a:pPr indent="0" marL="0">
              <a:buNone/>
            </a:pPr>
            <a:r>
              <a:rPr lang="en-US" sz="1350" dirty="0">
                <a:solidFill>
                  <a:srgbClr val="C3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Full-table-in-prompt works at this size; a fleet-wide rollout needs real retrieval (SQL tool-use or pre-aggregation).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4270248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1188720" y="4078224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is a starting point — </a:t>
            </a:r>
            <a:pPr indent="0" marL="0">
              <a:buNone/>
            </a:pPr>
            <a:r>
              <a:rPr lang="en-US" sz="1350" dirty="0">
                <a:solidFill>
                  <a:srgbClr val="C3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Category/fleet averages for new SKUs &amp; machines should hand off to their own history within weeks, not stay fixed.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5202936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188720" y="5010912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push alerting yet — </a:t>
            </a:r>
            <a:pPr indent="0" marL="0">
              <a:buNone/>
            </a:pPr>
            <a:r>
              <a:rPr lang="en-US" sz="1350" dirty="0">
                <a:solidFill>
                  <a:srgbClr val="C3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tools are pull today; closing the sponsors' “caught off guard” loop needs a Slack/email digest for CRITICAL/HIGH_RISK items.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2026-09-09T13:34:00Z</dcterms:created>
  <dcterms:modified xsi:type="dcterms:W3CDTF">2026-09-09T13:34:00Z</dcterms:modified>
</cp:coreProperties>
</file>